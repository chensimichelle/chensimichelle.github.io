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57" r:id="rId5"/>
    <p:sldId id="261" r:id="rId6"/>
    <p:sldId id="258" r:id="rId7"/>
    <p:sldId id="262" r:id="rId8"/>
    <p:sldId id="263" r:id="rId9"/>
    <p:sldId id="264" r:id="rId10"/>
    <p:sldId id="266" r:id="rId11"/>
    <p:sldId id="265" r:id="rId12"/>
    <p:sldId id="270" r:id="rId13"/>
    <p:sldId id="271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AE6B7-BDED-42DE-8A77-D3FE474A7F31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D671-EDD0-4C61-8ABF-31E4283A9A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65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9D671-EDD0-4C61-8ABF-31E4283A9A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425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9D671-EDD0-4C61-8ABF-31E4283A9A9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822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51EE0-315B-9520-0C0D-FCA802E60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320317-6034-A5BA-089B-9EF7CDB27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7AF8EA-2682-738A-82F6-AB8250499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647C41-D997-4B51-A56D-6C079979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0C0FA3-FF15-9BAC-4174-D29CC5DB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41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3796C-A54F-A097-1484-59EA214A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7B371C-42EA-B617-A464-A6FC0856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4901BD-826A-5FCB-BC1D-A80B076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F82572-0726-E2B4-7709-A64AFCE14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F4D47F-C98E-D892-DAC4-57A36170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341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9A467-FDAB-9581-7F5E-0374640A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CE7486-4F81-2920-CB46-F409C1283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EEC0C1-FF7B-2012-E321-472F45BD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A76AC1-1BD1-8785-7D6A-E8515B68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2EB6E8-D89C-C044-6F0A-8CDE2392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34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53847-C761-A2AC-C098-603B4BF9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17B92-A205-FEC8-71FF-E9ADF5C07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500FE5-9DC0-151B-C139-A45D8E969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9887A2-6D16-CA32-12EA-B8F3B0CE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031F22-F2FD-001A-BAED-BF40FF67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9D8174-D4FC-4A1E-D37B-01DBDEE5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22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F82B2-CF40-374D-D4D1-E71D0D3B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F4168-3F25-20DD-313B-2EC26226E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6735F9-A9BF-2343-3AC7-067AD90AA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633DD5-8091-BB49-D933-A6E793A8D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A27B4B-C8F1-1FCA-AE9C-7A6CB33DB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E1A503E-1D01-D576-5B25-5D8C81526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7007F0-3274-C765-1195-B8648492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FC205A-7757-ADAC-0F1C-A9F93278A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50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AEC0B-8053-94DA-F9A3-B3E03758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899E2E-0046-8E95-2F03-63070F9E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830768-5E13-3987-98B8-284A47DFD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4A957D-02AD-BFA9-D511-B4D6092C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74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94F210-9342-7B44-CE54-2B98B9AA0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D00423-1115-E37E-43CC-98928BEA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E744B-6766-7D15-B7B2-35C93672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9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45640-4A8E-DD32-60B9-80B3B7A7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6EBDD9-A092-0A8E-9E62-287C7BA8F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BA222D-6DA9-4DBB-6EBC-55CDEF829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746C36-1880-C497-88F1-9DAC53AF3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77EABC-E916-7D4F-1B79-8AC449583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6FDC9A-445C-B641-B86E-675A56F2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01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24656-295C-2C62-817C-52CAF3D9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01F994-A08E-EE73-8C94-2FDEA0046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BD5DF7-A808-AF01-51B4-87253ED0E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9298D7-D69D-95E2-D4BD-DA23E69CA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C3615F-AB92-3916-979A-7E9B08642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570AA9-2C36-C0BC-85DE-D68A6494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9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39471-1258-0D05-BFBB-EA466DB6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E2547B-62BE-73FC-6101-C43A16C55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600C7-3DE2-7686-B2E1-89109D35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F30C82-D0EB-031A-6AE5-3E0487C9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8B235C-B81C-C3E8-2782-2E7E9937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95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3841D8-C2FB-9098-65DD-58A6A85F3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C6D184-3F6F-3414-08EB-8DE307BD9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94F88C-EFAE-5FD8-CF2A-09EED63D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302631-A13E-2548-0FC2-79482F57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C0C79-8648-80C5-F9F5-DEBEF785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72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809DEF-491A-BD40-92A5-2E0FBDE7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44DCEC-B4F7-FF2C-6B84-82B88B02B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10B0B1-560C-7A1E-754B-AA7A8A34F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DB567-59D2-4A02-AC1A-8B42F9297B4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798AA-1F29-ADC8-DD5F-252A26E22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7A0BC8-9AB3-0462-1FC2-0B30905B2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D02B4-D614-4F58-82A6-3E15C77E81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70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271F3-62BB-316C-C912-BA38D5FC2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47A851-51D3-F452-DDFE-65B8330EB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66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9BB8CB28-4C54-C2F9-A5F0-B1ECF7FBD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20" y="0"/>
            <a:ext cx="8274832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A5AC5F9-F387-3967-5755-0F3840A3BBC3}"/>
              </a:ext>
            </a:extLst>
          </p:cNvPr>
          <p:cNvSpPr txBox="1"/>
          <p:nvPr/>
        </p:nvSpPr>
        <p:spPr>
          <a:xfrm>
            <a:off x="182418" y="3996859"/>
            <a:ext cx="2071255" cy="5232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Activity Bar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933CB7-2242-C387-278D-90CFE580315F}"/>
              </a:ext>
            </a:extLst>
          </p:cNvPr>
          <p:cNvSpPr/>
          <p:nvPr/>
        </p:nvSpPr>
        <p:spPr>
          <a:xfrm>
            <a:off x="18472" y="281998"/>
            <a:ext cx="295564" cy="3063875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F06966-58A9-8B17-963C-EA1243A114B4}"/>
              </a:ext>
            </a:extLst>
          </p:cNvPr>
          <p:cNvSpPr/>
          <p:nvPr/>
        </p:nvSpPr>
        <p:spPr>
          <a:xfrm>
            <a:off x="332507" y="281997"/>
            <a:ext cx="2235201" cy="3061309"/>
          </a:xfrm>
          <a:prstGeom prst="rect">
            <a:avLst/>
          </a:prstGeom>
          <a:noFill/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51E9D2-36A0-E7F9-1650-F01EB3F2BEF8}"/>
              </a:ext>
            </a:extLst>
          </p:cNvPr>
          <p:cNvSpPr txBox="1"/>
          <p:nvPr/>
        </p:nvSpPr>
        <p:spPr>
          <a:xfrm>
            <a:off x="414479" y="1458770"/>
            <a:ext cx="2071255" cy="954107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Explorer Panel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BFB788-2F27-0324-A792-AE2B8AC40B62}"/>
              </a:ext>
            </a:extLst>
          </p:cNvPr>
          <p:cNvSpPr/>
          <p:nvPr/>
        </p:nvSpPr>
        <p:spPr>
          <a:xfrm>
            <a:off x="2746660" y="281997"/>
            <a:ext cx="5427522" cy="456709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10E3589-B6B0-DF9D-6A04-CBBCC79CB1B2}"/>
              </a:ext>
            </a:extLst>
          </p:cNvPr>
          <p:cNvSpPr txBox="1"/>
          <p:nvPr/>
        </p:nvSpPr>
        <p:spPr>
          <a:xfrm>
            <a:off x="5060372" y="1935823"/>
            <a:ext cx="207125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Editor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B7579C-ED49-D1B5-8796-F54A42EA50AB}"/>
              </a:ext>
            </a:extLst>
          </p:cNvPr>
          <p:cNvSpPr/>
          <p:nvPr/>
        </p:nvSpPr>
        <p:spPr>
          <a:xfrm>
            <a:off x="2746660" y="4849090"/>
            <a:ext cx="5427522" cy="1874983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25A86C-3481-2A9C-B145-981BE0F4AC0A}"/>
              </a:ext>
            </a:extLst>
          </p:cNvPr>
          <p:cNvSpPr txBox="1"/>
          <p:nvPr/>
        </p:nvSpPr>
        <p:spPr>
          <a:xfrm>
            <a:off x="3242539" y="5662695"/>
            <a:ext cx="3635665" cy="52322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Integrated Terminal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B5B661-2866-6F4C-0661-B2EDC441B7C0}"/>
              </a:ext>
            </a:extLst>
          </p:cNvPr>
          <p:cNvSpPr/>
          <p:nvPr/>
        </p:nvSpPr>
        <p:spPr>
          <a:xfrm>
            <a:off x="1" y="6724073"/>
            <a:ext cx="8174181" cy="1339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BA76845-34F6-6379-54C5-164D4D9DC1E0}"/>
              </a:ext>
            </a:extLst>
          </p:cNvPr>
          <p:cNvSpPr txBox="1"/>
          <p:nvPr/>
        </p:nvSpPr>
        <p:spPr>
          <a:xfrm>
            <a:off x="332507" y="6052783"/>
            <a:ext cx="207125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Status Bar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57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81C2D06-1931-7AF3-E43B-82C24054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94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9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D13F70D1-4EB4-FED9-3E8F-A59BC29F1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80"/>
          <a:stretch>
            <a:fillRect/>
          </a:stretch>
        </p:blipFill>
        <p:spPr>
          <a:xfrm>
            <a:off x="5033818" y="157046"/>
            <a:ext cx="5473084" cy="65439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A3BB7AE-1182-35B4-5640-CF3E500F2B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712"/>
          <a:stretch>
            <a:fillRect/>
          </a:stretch>
        </p:blipFill>
        <p:spPr>
          <a:xfrm>
            <a:off x="0" y="157046"/>
            <a:ext cx="5033818" cy="65439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445CA1F-6737-F679-B7CE-0362EA16A82F}"/>
              </a:ext>
            </a:extLst>
          </p:cNvPr>
          <p:cNvSpPr txBox="1"/>
          <p:nvPr/>
        </p:nvSpPr>
        <p:spPr>
          <a:xfrm>
            <a:off x="180106" y="4555965"/>
            <a:ext cx="2364510" cy="5232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Activity Bar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47E6B25-90B0-B434-C34D-FB0D961390F7}"/>
              </a:ext>
            </a:extLst>
          </p:cNvPr>
          <p:cNvCxnSpPr>
            <a:cxnSpLocks/>
          </p:cNvCxnSpPr>
          <p:nvPr/>
        </p:nvCxnSpPr>
        <p:spPr>
          <a:xfrm flipH="1" flipV="1">
            <a:off x="170872" y="737716"/>
            <a:ext cx="466435" cy="551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25BF877-511A-4783-A068-7652EAF8E8E8}"/>
              </a:ext>
            </a:extLst>
          </p:cNvPr>
          <p:cNvSpPr txBox="1"/>
          <p:nvPr/>
        </p:nvSpPr>
        <p:spPr>
          <a:xfrm>
            <a:off x="637308" y="1318613"/>
            <a:ext cx="381461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Explore Panel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shows your files and folders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F9D0E5-8921-AD2A-03DD-9F62181E1244}"/>
              </a:ext>
            </a:extLst>
          </p:cNvPr>
          <p:cNvSpPr/>
          <p:nvPr/>
        </p:nvSpPr>
        <p:spPr>
          <a:xfrm>
            <a:off x="1" y="378690"/>
            <a:ext cx="295564" cy="3254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FECA22-0774-292D-4901-2AE52CB7FBB6}"/>
              </a:ext>
            </a:extLst>
          </p:cNvPr>
          <p:cNvSpPr/>
          <p:nvPr/>
        </p:nvSpPr>
        <p:spPr>
          <a:xfrm>
            <a:off x="23090" y="1870363"/>
            <a:ext cx="295564" cy="3254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76196E-2CF2-04C0-A70D-CBDBC86AD152}"/>
              </a:ext>
            </a:extLst>
          </p:cNvPr>
          <p:cNvSpPr txBox="1"/>
          <p:nvPr/>
        </p:nvSpPr>
        <p:spPr>
          <a:xfrm>
            <a:off x="637307" y="3334305"/>
            <a:ext cx="381461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Extensions 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browse and install extensions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E6E006F-B6DF-A364-2372-681BEDB66614}"/>
              </a:ext>
            </a:extLst>
          </p:cNvPr>
          <p:cNvCxnSpPr>
            <a:cxnSpLocks/>
          </p:cNvCxnSpPr>
          <p:nvPr/>
        </p:nvCxnSpPr>
        <p:spPr>
          <a:xfrm flipH="1" flipV="1">
            <a:off x="170872" y="2272145"/>
            <a:ext cx="466435" cy="1062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9D3E2626-FE5C-4E8A-B45B-A5F9ACB3ED71}"/>
              </a:ext>
            </a:extLst>
          </p:cNvPr>
          <p:cNvSpPr/>
          <p:nvPr/>
        </p:nvSpPr>
        <p:spPr>
          <a:xfrm>
            <a:off x="5038440" y="1676452"/>
            <a:ext cx="295564" cy="3254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8F16B5-00B5-1B1C-7394-719068F75280}"/>
              </a:ext>
            </a:extLst>
          </p:cNvPr>
          <p:cNvSpPr txBox="1"/>
          <p:nvPr/>
        </p:nvSpPr>
        <p:spPr>
          <a:xfrm>
            <a:off x="5652657" y="2276760"/>
            <a:ext cx="381461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Remote Explorer 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manages your WSL connection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9D33331-D441-A6D0-6694-F7F3D3EF4E36}"/>
              </a:ext>
            </a:extLst>
          </p:cNvPr>
          <p:cNvCxnSpPr>
            <a:cxnSpLocks/>
          </p:cNvCxnSpPr>
          <p:nvPr/>
        </p:nvCxnSpPr>
        <p:spPr>
          <a:xfrm flipH="1" flipV="1">
            <a:off x="5334004" y="1761524"/>
            <a:ext cx="318653" cy="746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69B2C22B-BFC4-53F4-B089-47377664BFC6}"/>
              </a:ext>
            </a:extLst>
          </p:cNvPr>
          <p:cNvSpPr/>
          <p:nvPr/>
        </p:nvSpPr>
        <p:spPr>
          <a:xfrm>
            <a:off x="295565" y="378690"/>
            <a:ext cx="2318326" cy="84534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2CEB360-92A9-5D37-986A-1DF848CE3DFA}"/>
              </a:ext>
            </a:extLst>
          </p:cNvPr>
          <p:cNvSpPr/>
          <p:nvPr/>
        </p:nvSpPr>
        <p:spPr>
          <a:xfrm>
            <a:off x="5338625" y="444124"/>
            <a:ext cx="2082793" cy="123232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60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EC4EC5FA-B3CD-E318-00B9-8ADD1740B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6"/>
            <a:ext cx="547564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1AE393A-1A29-9CB7-771E-987C46B0A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964" y="9236"/>
            <a:ext cx="5215321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8EB4E74-A569-6515-4BB2-18B72F09C99A}"/>
              </a:ext>
            </a:extLst>
          </p:cNvPr>
          <p:cNvSpPr txBox="1"/>
          <p:nvPr/>
        </p:nvSpPr>
        <p:spPr>
          <a:xfrm>
            <a:off x="727361" y="4028950"/>
            <a:ext cx="2364510" cy="5232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Activity Bar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FFD6C8C-A791-4417-1B1D-22CBB12370B9}"/>
              </a:ext>
            </a:extLst>
          </p:cNvPr>
          <p:cNvCxnSpPr>
            <a:cxnSpLocks/>
          </p:cNvCxnSpPr>
          <p:nvPr/>
        </p:nvCxnSpPr>
        <p:spPr>
          <a:xfrm flipH="1" flipV="1">
            <a:off x="428336" y="1149934"/>
            <a:ext cx="214746" cy="1259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39D48E4-6741-BA5A-177E-E6E89E072569}"/>
              </a:ext>
            </a:extLst>
          </p:cNvPr>
          <p:cNvSpPr txBox="1"/>
          <p:nvPr/>
        </p:nvSpPr>
        <p:spPr>
          <a:xfrm>
            <a:off x="708890" y="2123231"/>
            <a:ext cx="381461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Explore Panel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shows your files and folders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DCBC63-CA5E-4E87-D5C0-BCF4895C3D4D}"/>
              </a:ext>
            </a:extLst>
          </p:cNvPr>
          <p:cNvSpPr/>
          <p:nvPr/>
        </p:nvSpPr>
        <p:spPr>
          <a:xfrm>
            <a:off x="83128" y="591125"/>
            <a:ext cx="531450" cy="4895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A572EC-558A-0BFE-D544-F542B0F7814D}"/>
              </a:ext>
            </a:extLst>
          </p:cNvPr>
          <p:cNvSpPr txBox="1"/>
          <p:nvPr/>
        </p:nvSpPr>
        <p:spPr>
          <a:xfrm>
            <a:off x="708889" y="3030832"/>
            <a:ext cx="381461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Extensions 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browse and install extensions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7D208FF-4B3C-7409-3CC7-198CDA3C2DF1}"/>
              </a:ext>
            </a:extLst>
          </p:cNvPr>
          <p:cNvCxnSpPr>
            <a:cxnSpLocks/>
          </p:cNvCxnSpPr>
          <p:nvPr/>
        </p:nvCxnSpPr>
        <p:spPr>
          <a:xfrm flipH="1">
            <a:off x="433312" y="3380800"/>
            <a:ext cx="196274" cy="2893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121A23D-B7B4-EF6B-A08B-2C846B907992}"/>
              </a:ext>
            </a:extLst>
          </p:cNvPr>
          <p:cNvSpPr/>
          <p:nvPr/>
        </p:nvSpPr>
        <p:spPr>
          <a:xfrm>
            <a:off x="643082" y="489296"/>
            <a:ext cx="4804062" cy="636870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DB8DEA-F7ED-EB03-C356-6904A49F21F2}"/>
              </a:ext>
            </a:extLst>
          </p:cNvPr>
          <p:cNvSpPr/>
          <p:nvPr/>
        </p:nvSpPr>
        <p:spPr>
          <a:xfrm>
            <a:off x="83972" y="3765493"/>
            <a:ext cx="530605" cy="4895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E2A633-8038-453C-26C9-082C5493B8FD}"/>
              </a:ext>
            </a:extLst>
          </p:cNvPr>
          <p:cNvSpPr/>
          <p:nvPr/>
        </p:nvSpPr>
        <p:spPr>
          <a:xfrm>
            <a:off x="5513748" y="2954696"/>
            <a:ext cx="452944" cy="5089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2A17F3-4D90-94DA-BB03-16013E57360A}"/>
              </a:ext>
            </a:extLst>
          </p:cNvPr>
          <p:cNvSpPr txBox="1"/>
          <p:nvPr/>
        </p:nvSpPr>
        <p:spPr>
          <a:xfrm>
            <a:off x="6557820" y="2892332"/>
            <a:ext cx="381461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Remote Explorer 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manages your WSL connection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206C8FB-E7D6-4BB6-6E2A-C83209B70532}"/>
              </a:ext>
            </a:extLst>
          </p:cNvPr>
          <p:cNvCxnSpPr>
            <a:cxnSpLocks/>
          </p:cNvCxnSpPr>
          <p:nvPr/>
        </p:nvCxnSpPr>
        <p:spPr>
          <a:xfrm flipH="1" flipV="1">
            <a:off x="6038272" y="3209167"/>
            <a:ext cx="351776" cy="1448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7B040F8C-666C-1254-D090-BE96CF84287F}"/>
              </a:ext>
            </a:extLst>
          </p:cNvPr>
          <p:cNvSpPr/>
          <p:nvPr/>
        </p:nvSpPr>
        <p:spPr>
          <a:xfrm>
            <a:off x="5475648" y="480061"/>
            <a:ext cx="5109226" cy="636870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592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B478D438-EFB3-EFF2-B7BC-1E6923C6A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1" y="0"/>
            <a:ext cx="105962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70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6B43070-A830-9D2C-6193-8C69AA103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1054"/>
            <a:ext cx="12192000" cy="341589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9E74500-231A-9E05-75F2-B33B9AA5AF6A}"/>
              </a:ext>
            </a:extLst>
          </p:cNvPr>
          <p:cNvSpPr/>
          <p:nvPr/>
        </p:nvSpPr>
        <p:spPr>
          <a:xfrm>
            <a:off x="4308768" y="1990488"/>
            <a:ext cx="761996" cy="3254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21D236-4203-3B0E-01CD-3584B2552913}"/>
              </a:ext>
            </a:extLst>
          </p:cNvPr>
          <p:cNvSpPr txBox="1"/>
          <p:nvPr/>
        </p:nvSpPr>
        <p:spPr>
          <a:xfrm>
            <a:off x="4308768" y="3526598"/>
            <a:ext cx="381461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Problem can be checked here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DB79D3-C0F5-687B-D8A2-BCAE885B2AC4}"/>
              </a:ext>
            </a:extLst>
          </p:cNvPr>
          <p:cNvSpPr/>
          <p:nvPr/>
        </p:nvSpPr>
        <p:spPr>
          <a:xfrm>
            <a:off x="5070764" y="1990488"/>
            <a:ext cx="761996" cy="3254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4A30D3A-96A4-A4A1-8F86-EA32053DFF0D}"/>
              </a:ext>
            </a:extLst>
          </p:cNvPr>
          <p:cNvCxnSpPr>
            <a:cxnSpLocks/>
          </p:cNvCxnSpPr>
          <p:nvPr/>
        </p:nvCxnSpPr>
        <p:spPr>
          <a:xfrm flipH="1" flipV="1">
            <a:off x="4604332" y="2585335"/>
            <a:ext cx="180104" cy="7460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C896C2F-6DE8-C646-FF55-3C8E9AD02F6C}"/>
              </a:ext>
            </a:extLst>
          </p:cNvPr>
          <p:cNvCxnSpPr>
            <a:cxnSpLocks/>
          </p:cNvCxnSpPr>
          <p:nvPr/>
        </p:nvCxnSpPr>
        <p:spPr>
          <a:xfrm flipH="1" flipV="1">
            <a:off x="5456380" y="2315901"/>
            <a:ext cx="538025" cy="455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8FCA525-01B6-A692-02C3-D542F002DC93}"/>
              </a:ext>
            </a:extLst>
          </p:cNvPr>
          <p:cNvSpPr txBox="1"/>
          <p:nvPr/>
        </p:nvSpPr>
        <p:spPr>
          <a:xfrm>
            <a:off x="5708077" y="2882484"/>
            <a:ext cx="381461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Output can be checked here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CC54C2-B6B9-AB3B-28EE-E1B40CEBF872}"/>
              </a:ext>
            </a:extLst>
          </p:cNvPr>
          <p:cNvSpPr/>
          <p:nvPr/>
        </p:nvSpPr>
        <p:spPr>
          <a:xfrm>
            <a:off x="674259" y="4950691"/>
            <a:ext cx="761996" cy="1862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0C634E3-28EE-B30F-B66C-F731A70E2630}"/>
              </a:ext>
            </a:extLst>
          </p:cNvPr>
          <p:cNvSpPr txBox="1"/>
          <p:nvPr/>
        </p:nvSpPr>
        <p:spPr>
          <a:xfrm>
            <a:off x="1586348" y="4331771"/>
            <a:ext cx="653703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You can show or hide this part by clicking this button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770FFFF-6892-A830-7C68-A1F0FFD740F8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055257" y="4701103"/>
            <a:ext cx="531091" cy="2495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7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6A50B4F-DA20-CE72-51D7-4E4449EB6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27" y="1370322"/>
            <a:ext cx="6687483" cy="17528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8116A7-0A61-3578-AD52-E92799B89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27" y="3357630"/>
            <a:ext cx="10212225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3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AD3DC9-7344-E24E-35A7-504847D96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14" y="945984"/>
            <a:ext cx="9659698" cy="4448796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5EE7C60-A1D8-E475-396C-B700966A3D85}"/>
              </a:ext>
            </a:extLst>
          </p:cNvPr>
          <p:cNvCxnSpPr>
            <a:cxnSpLocks/>
          </p:cNvCxnSpPr>
          <p:nvPr/>
        </p:nvCxnSpPr>
        <p:spPr>
          <a:xfrm flipH="1" flipV="1">
            <a:off x="4246417" y="1179829"/>
            <a:ext cx="538025" cy="455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242B403-CD03-668D-B1E4-59C7D95C153C}"/>
              </a:ext>
            </a:extLst>
          </p:cNvPr>
          <p:cNvSpPr txBox="1"/>
          <p:nvPr/>
        </p:nvSpPr>
        <p:spPr>
          <a:xfrm>
            <a:off x="4498114" y="1746412"/>
            <a:ext cx="381461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Ctrl + Shift + P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B52912-DBA5-8A3E-287A-66BDCA6FFD9D}"/>
              </a:ext>
            </a:extLst>
          </p:cNvPr>
          <p:cNvSpPr txBox="1"/>
          <p:nvPr/>
        </p:nvSpPr>
        <p:spPr>
          <a:xfrm>
            <a:off x="5077688" y="2495714"/>
            <a:ext cx="3161148" cy="52322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Command Pallets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45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38C72-0182-8FDA-5E30-A01719E8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139E6E-5872-78F9-C7A3-603146011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BA0F24-40C1-9265-A21B-0AB9713F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1463220"/>
            <a:ext cx="9945488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36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9F480-DDCD-3F07-44F0-C4D8247B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693623-4431-6B22-2EF6-D1561E1C4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613"/>
            <a:ext cx="12192000" cy="536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91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1F0EA6-4055-8636-E534-8645DFA69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90" y="0"/>
            <a:ext cx="1006622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203D258-6568-72CB-C8F3-0D985C14570B}"/>
              </a:ext>
            </a:extLst>
          </p:cNvPr>
          <p:cNvSpPr/>
          <p:nvPr/>
        </p:nvSpPr>
        <p:spPr>
          <a:xfrm>
            <a:off x="6381749" y="809625"/>
            <a:ext cx="3152775" cy="36004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0AB525-872A-58E4-B0F8-1688F8519D09}"/>
              </a:ext>
            </a:extLst>
          </p:cNvPr>
          <p:cNvSpPr/>
          <p:nvPr/>
        </p:nvSpPr>
        <p:spPr>
          <a:xfrm>
            <a:off x="1419224" y="4695825"/>
            <a:ext cx="3152775" cy="39052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C9250AF-253B-90D4-1BF7-8B5CF52B71F0}"/>
              </a:ext>
            </a:extLst>
          </p:cNvPr>
          <p:cNvCxnSpPr>
            <a:cxnSpLocks/>
          </p:cNvCxnSpPr>
          <p:nvPr/>
        </p:nvCxnSpPr>
        <p:spPr>
          <a:xfrm flipV="1">
            <a:off x="9153525" y="4695825"/>
            <a:ext cx="314324" cy="6381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D4B6DA5-60EB-832C-589C-5C9C01AEC71F}"/>
              </a:ext>
            </a:extLst>
          </p:cNvPr>
          <p:cNvSpPr txBox="1"/>
          <p:nvPr/>
        </p:nvSpPr>
        <p:spPr>
          <a:xfrm>
            <a:off x="6381749" y="5435084"/>
            <a:ext cx="315277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Press the Dropdown Arrow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677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AFDC2-C617-2696-D348-5261ACBF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C3880B-BFE4-A2C1-9206-84E9992AE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A1B8DE-5531-5767-AE06-942C065D7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42390"/>
            <a:ext cx="9859751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54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F50F9-73D3-053F-78CD-219D3B6E5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F73013-0281-BB4B-FDD6-920F1A376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541"/>
            <a:ext cx="12192000" cy="52129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2866E87-F89F-D5D3-C622-E46810059057}"/>
              </a:ext>
            </a:extLst>
          </p:cNvPr>
          <p:cNvSpPr/>
          <p:nvPr/>
        </p:nvSpPr>
        <p:spPr>
          <a:xfrm>
            <a:off x="9593116" y="2295526"/>
            <a:ext cx="2427434" cy="36021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0E8784-D4DD-4BCD-CBCD-DAA2A29145F7}"/>
              </a:ext>
            </a:extLst>
          </p:cNvPr>
          <p:cNvSpPr/>
          <p:nvPr/>
        </p:nvSpPr>
        <p:spPr>
          <a:xfrm>
            <a:off x="96691" y="1330470"/>
            <a:ext cx="9228284" cy="171753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9A63F5-B7DD-F755-7A88-EA126287CF4C}"/>
              </a:ext>
            </a:extLst>
          </p:cNvPr>
          <p:cNvSpPr/>
          <p:nvPr/>
        </p:nvSpPr>
        <p:spPr>
          <a:xfrm>
            <a:off x="3744766" y="896397"/>
            <a:ext cx="2427434" cy="36021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29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BA1CA-A9A7-926A-895C-5599E539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0588C7-581A-1D65-980A-D76AC51D2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AA2701-B228-C597-0C5A-F56554EAC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" y="852128"/>
            <a:ext cx="12098438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75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03A288B-D3BC-BE94-99F7-957421770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561" y="0"/>
            <a:ext cx="8246878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B593171-AC9B-0518-8B1C-95B36F0F9AFA}"/>
              </a:ext>
            </a:extLst>
          </p:cNvPr>
          <p:cNvSpPr/>
          <p:nvPr/>
        </p:nvSpPr>
        <p:spPr>
          <a:xfrm>
            <a:off x="1991611" y="2216531"/>
            <a:ext cx="370034" cy="33443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15122D-90E0-FA75-EF5F-5C9DC7D07F1C}"/>
              </a:ext>
            </a:extLst>
          </p:cNvPr>
          <p:cNvSpPr/>
          <p:nvPr/>
        </p:nvSpPr>
        <p:spPr>
          <a:xfrm>
            <a:off x="2420235" y="257174"/>
            <a:ext cx="2332739" cy="611465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FD60DC4-7534-ACE5-A45A-5BF1894C1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689" y="-91162"/>
            <a:ext cx="8221222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75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83</Words>
  <Application>Microsoft Office PowerPoint</Application>
  <PresentationFormat>宽屏</PresentationFormat>
  <Paragraphs>27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 陈</dc:creator>
  <cp:lastModifiedBy>思 陈</cp:lastModifiedBy>
  <cp:revision>5</cp:revision>
  <dcterms:created xsi:type="dcterms:W3CDTF">2026-04-08T05:50:34Z</dcterms:created>
  <dcterms:modified xsi:type="dcterms:W3CDTF">2026-04-09T08:55:20Z</dcterms:modified>
</cp:coreProperties>
</file>